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空白演示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单击输入您的封面副标题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qswefrgthyjukuiyktjrewfg</a:t>
            </a:r>
            <a:r>
              <a:rPr dirty="0"/>
              <a:t>我去而非如果他豪门贵妇当时我父亲儿童疫苗，特工无法关于发布</a:t>
            </a:r>
            <a:r>
              <a:rPr lang="en-US" altLang="zh-CN" dirty="0"/>
              <a:t>v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SHOW_EDIT_AREA_INDICATION" val="1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3*a*1"/>
  <p:tag name="KSO_WM_TEMPLATE_CATEGORY" val="custom"/>
  <p:tag name="KSO_WM_TEMPLATE_INDEX" val="20205176"/>
  <p:tag name="KSO_WM_UNIT_LAYERLEVEL" val="1"/>
  <p:tag name="KSO_WM_TAG_VERSION" val="1.0"/>
  <p:tag name="KSO_WM_BEAUTIFY_FLAG" val="#wm#"/>
  <p:tag name="KSO_WM_UNIT_ISNUMDGMTITLE" val="0"/>
</p:tagLst>
</file>

<file path=ppt/tags/tag129.xml><?xml version="1.0" encoding="utf-8"?>
<p:tagLst xmlns:p="http://schemas.openxmlformats.org/presentationml/2006/main">
  <p:tag name="KSO_WM_UNIT_PRESET_TEXT" val="单击此处添加正文"/>
  <p:tag name="KSO_WM_UNIT_NOCLEAR" val="0"/>
  <p:tag name="KSO_WM_UNIT_SHOW_EDIT_AREA_INDICATION" val="1"/>
  <p:tag name="KSO_WM_UNIT_VALUE" val="68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5176_13*f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LIDE_ID" val="custom20205176_13"/>
  <p:tag name="KSO_WM_TEMPLATE_SUBCATEGORY" val="19"/>
  <p:tag name="KSO_WM_TEMPLATE_MASTER_TYPE" val="0"/>
  <p:tag name="KSO_WM_TEMPLATE_COLOR_TYPE" val="1"/>
  <p:tag name="KSO_WM_SLIDE_ITEM_CNT" val="0"/>
  <p:tag name="KSO_WM_SLIDE_INDEX" val="13"/>
  <p:tag name="KSO_WM_TAG_VERSION" val="1.0"/>
  <p:tag name="KSO_WM_SLIDE_TYPE" val="text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UNIT_SHOW_EDIT_AREA_INDICATION" val="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WPS 演示</Application>
  <PresentationFormat>宽屏</PresentationFormat>
  <Paragraphs>8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1_Office 主题​​</vt:lpstr>
      <vt:lpstr>空白演示</vt:lpstr>
      <vt:lpstr>单击此处添加标题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蓝</cp:lastModifiedBy>
  <cp:revision>172</cp:revision>
  <dcterms:created xsi:type="dcterms:W3CDTF">2019-06-19T02:08:00Z</dcterms:created>
  <dcterms:modified xsi:type="dcterms:W3CDTF">2022-01-16T10:50:01Z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2052-11.1.0.11194</vt:lpwstr>
  </property>
  <property fmtid="{D5CDD505-2E9C-101B-9397-08002B2CF9AE}" pid="3" name="ICV">
    <vt:lpwstr>32B0C91C803847498A40595C54B7C585</vt:lpwstr>
  </property>
</Properties>
</file>